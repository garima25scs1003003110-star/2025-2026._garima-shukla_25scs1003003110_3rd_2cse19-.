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pic>
        <p:nvPicPr>
          <p:cNvPr id="4" name="Image 0" descr="/home/claude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822960" cy="795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6217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Professional Practices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297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Garima Shukla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Section 2CSE19  |  Roll No. 25SCS1003003110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2026–27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639" y="1864919"/>
            <a:ext cx="311810" cy="3118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733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17320" y="2057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context of the internship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icons/or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479" y="1864919"/>
            <a:ext cx="311810" cy="3118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16733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95160" y="2057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Beep Learning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claude/icons/proble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639" y="3373679"/>
            <a:ext cx="311810" cy="3118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182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17320" y="35661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this internship addresses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17920" y="32461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3" descr="/home/claude/icons/objectiv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79" y="3373679"/>
            <a:ext cx="311810" cy="3118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31821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995160" y="35661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boundaries of the work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4" descr="/home/claude/icons/tool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39" y="4882439"/>
            <a:ext cx="311810" cy="3118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6908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Methodology &amp; Outcomes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417320" y="5074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training was delivered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17920" y="47548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5" descr="/home/claude/icons/certific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479" y="4882439"/>
            <a:ext cx="311810" cy="31181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95160" y="46908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995160" y="5074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successful completion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Practical HR Competence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60920" y="1554480"/>
            <a:ext cx="4206240" cy="4617720"/>
          </a:xfrm>
          <a:prstGeom prst="rect">
            <a:avLst/>
          </a:prstGeom>
          <a:solidFill>
            <a:srgbClr val="072F33"/>
          </a:solidFill>
          <a:ln/>
        </p:spPr>
      </p:sp>
      <p:sp>
        <p:nvSpPr>
          <p:cNvPr id="5" name="Shape 3"/>
          <p:cNvSpPr/>
          <p:nvPr/>
        </p:nvSpPr>
        <p:spPr>
          <a:xfrm>
            <a:off x="9006840" y="205740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0" y="22631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3154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HR Functions Covered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63840" y="36118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F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Selection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F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Onboarding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F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Management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F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&amp; Benefits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CF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Compliance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73736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 is a core functional area of any organisation — dealing with recruitment, training, development, and overall management of employees so that organisational goals can be achieved efficiently.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6309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provided practical exposure to real-world HR practices followed by professionals in the industry, combining theoretical learning with hands-on assessments — culminating in a certified skill test.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ORGANIZATION PROFILE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Beep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Learning is an ed-tech and skill-development platform offering industry-oriented certification programmes across professional domains, including Human Resources — bridging the gap between academic knowledge and industry requirements through hands-on, competency-based training.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1620" y="32004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4061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 Startups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754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programme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28803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1980" y="32004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34061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Startup Leadership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4754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participant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28803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92340" y="32004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4061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Shark Tank India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537960" y="4754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startup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281160" y="28803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172700" y="32004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4061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0" y="42062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Recognised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418320" y="4754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5000+ companies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PROBLEM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822960" cy="82296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5" name="Image 0" descr="/home/claude/icons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55676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325880"/>
            <a:ext cx="8961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graduates often possess strong theoretical knowledge but lack practical, hands-on exposure to real HR functions — recruitment workflows, employee engagement, documentation, and compliance.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9692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between academic learning and industry expectation makes it difficult for new entrants to adapt quickly to HR roles — the internship was undertaken to close this gap through structured, practice-oriented training.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PROJECT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fundamental functions and responsibilities of an HR professional.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10881360" cy="0"/>
          </a:xfrm>
          <a:prstGeom prst="line">
            <a:avLst/>
          </a:prstGeom>
          <a:noFill/>
          <a:ln w="12700">
            <a:solidFill>
              <a:srgbClr val="E4EE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877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542032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knowledge of recruitment and selection, from sourcing to onboarding.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00984"/>
            <a:ext cx="10881360" cy="0"/>
          </a:xfrm>
          <a:prstGeom prst="line">
            <a:avLst/>
          </a:prstGeom>
          <a:noFill/>
          <a:ln w="12700">
            <a:solidFill>
              <a:srgbClr val="E4EE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838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4381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performance appraisal, employee engagement, and compensation management.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197096"/>
            <a:ext cx="10881360" cy="0"/>
          </a:xfrm>
          <a:prstGeom prst="line">
            <a:avLst/>
          </a:prstGeom>
          <a:noFill/>
          <a:ln w="12700">
            <a:solidFill>
              <a:srgbClr val="E4EE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379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334256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statutory and legal compliance requirements relevant to HR.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093208"/>
            <a:ext cx="10881360" cy="0"/>
          </a:xfrm>
          <a:prstGeom prst="line">
            <a:avLst/>
          </a:prstGeom>
          <a:noFill/>
          <a:ln w="12700">
            <a:solidFill>
              <a:srgbClr val="E4EE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2760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230368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 the skill assessment and earn HR Professional certification.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SCOPE OF THE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Boundaries of the Internship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0116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145" y="21659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8803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HR functional areas per curriculum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selection procedures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policies &amp; employee lifecycle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for an entry-level HR role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7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011680"/>
            <a:ext cx="685800" cy="68580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1" name="Image 1" descr="/home/claude/icons/sc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705" y="216598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8803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HR analytics software tools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labour law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Specialised/advanced-level HR training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TECHNOLOGIES &amp; TOOLS USED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the Training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5F9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icons/g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2059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HRMS Concepts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239572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tracking &amp; HR management concepts from the curriculum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5F9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2059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 Office Suite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9572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and PowerPoint for documentation and presentations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5F9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1148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3091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096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Management System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874520" y="44988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 Learning's LMS for course delivery and the skill test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F5F9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11480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30911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096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Tools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4498848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and discussion throughout the programme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– 4.8 ARCHITECTURE &amp;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Structured, Sequential Learning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77263" y="3063240"/>
            <a:ext cx="8434426" cy="0"/>
          </a:xfrm>
          <a:prstGeom prst="line">
            <a:avLst/>
          </a:prstGeom>
          <a:noFill/>
          <a:ln w="38100">
            <a:solidFill>
              <a:srgbClr val="C7DE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4363" y="2720340"/>
            <a:ext cx="685800" cy="685800"/>
          </a:xfrm>
          <a:prstGeom prst="ellipse">
            <a:avLst/>
          </a:prstGeom>
          <a:solidFill>
            <a:srgbClr val="028090"/>
          </a:solidFill>
          <a:ln w="50800">
            <a:solidFill>
              <a:srgbClr val="F5F9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4363" y="27203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20171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Fundamentals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01716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responsibilities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42970" y="2720340"/>
            <a:ext cx="685800" cy="685800"/>
          </a:xfrm>
          <a:prstGeom prst="ellipse">
            <a:avLst/>
          </a:prstGeom>
          <a:solidFill>
            <a:srgbClr val="028090"/>
          </a:solidFill>
          <a:ln w="50800">
            <a:solidFill>
              <a:srgbClr val="F5F9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2970" y="27203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77286" y="3566160"/>
            <a:ext cx="20171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 &amp; Selection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7286" y="4114800"/>
            <a:ext cx="201716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interviews, onboarding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51576" y="2720340"/>
            <a:ext cx="685800" cy="685800"/>
          </a:xfrm>
          <a:prstGeom prst="ellipse">
            <a:avLst/>
          </a:prstGeom>
          <a:solidFill>
            <a:srgbClr val="028090"/>
          </a:solidFill>
          <a:ln w="50800">
            <a:solidFill>
              <a:srgbClr val="F5F9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51576" y="27203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85893" y="3566160"/>
            <a:ext cx="20171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Rewards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85893" y="4114800"/>
            <a:ext cx="201716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compensation &amp; benefits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60182" y="2720340"/>
            <a:ext cx="685800" cy="685800"/>
          </a:xfrm>
          <a:prstGeom prst="ellipse">
            <a:avLst/>
          </a:prstGeom>
          <a:solidFill>
            <a:srgbClr val="028090"/>
          </a:solidFill>
          <a:ln w="50800">
            <a:solidFill>
              <a:srgbClr val="F5F9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0182" y="27203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94499" y="3566160"/>
            <a:ext cx="20171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94499" y="4114800"/>
            <a:ext cx="201716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&amp; documentation practices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968789" y="2720340"/>
            <a:ext cx="685800" cy="685800"/>
          </a:xfrm>
          <a:prstGeom prst="ellipse">
            <a:avLst/>
          </a:prstGeom>
          <a:solidFill>
            <a:srgbClr val="F0A202"/>
          </a:solidFill>
          <a:ln w="50800">
            <a:solidFill>
              <a:srgbClr val="F5F9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8789" y="27203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03106" y="3566160"/>
            <a:ext cx="201716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Assessment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3106" y="4114800"/>
            <a:ext cx="201716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&amp; certification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progressed sequentially from concept understanding to practical application, ending in a comprehensive skill test and certification.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  EXPECTED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Delivered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98" y="1972818"/>
            <a:ext cx="352044" cy="3520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8308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understanding of core HR functions and processes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938" y="1972818"/>
            <a:ext cx="352044" cy="3520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78308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familiarity with recruitment &amp; onboarding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" y="3390138"/>
            <a:ext cx="352044" cy="3520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2004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apply HR concepts to real scenarios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17920" y="32461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icons/certific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938" y="3390138"/>
            <a:ext cx="352044" cy="3520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40880" y="32004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Certificate of Excellence, industry-recognised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4.10 CERTIFICATION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Excellence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84348" y="1536192"/>
            <a:ext cx="6620256" cy="4748186"/>
          </a:xfrm>
          <a:prstGeom prst="roundRect">
            <a:avLst>
              <a:gd name="adj" fmla="val 11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1B1B">
                <a:alpha val="18000"/>
              </a:srgbClr>
            </a:outerShdw>
          </a:effectLst>
        </p:spPr>
      </p:sp>
      <p:pic>
        <p:nvPicPr>
          <p:cNvPr id="5" name="Image 0" descr="/home/claude/cert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076" y="1645920"/>
            <a:ext cx="6400800" cy="45287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644897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to Garima Shukla for successfully completing HR Professional and passing the skill test — recognised by 5000+ companies.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Professional Practices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1737360"/>
            <a:ext cx="1097280" cy="10972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56" y="20116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Garima Shukla  |  Section 2CSE19  |  Roll No. 25SCS1003003110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2026-08-29T12:32:41Z</dcterms:created>
  <dcterms:modified xsi:type="dcterms:W3CDTF">2026-08-29T12:32:41Z</dcterms:modified>
</cp:coreProperties>
</file>